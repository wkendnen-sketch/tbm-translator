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10"/>
  </p:notesMasterIdLst>
  <p:sldIdLst>
    <p:sldId id="2147480629" r:id="rId5"/>
    <p:sldId id="2147480630" r:id="rId6"/>
    <p:sldId id="2147480631" r:id="rId7"/>
    <p:sldId id="2147480632" r:id="rId8"/>
    <p:sldId id="2147480633" r:id="rId9"/>
  </p:sldIdLst>
  <p:sldSz cx="12192000" cy="6858000"/>
  <p:notesSz cx="9866313" cy="142954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FD93F-B73D-49D7-9F76-EF935300C17C}" v="5" dt="2026-03-04T21:24:59.710"/>
    <p1510:client id="{E328329E-10D9-4D03-B69C-00C977E782CF}" v="129" dt="2026-03-04T08:20:38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88" autoAdjust="0"/>
    <p:restoredTop sz="94660"/>
  </p:normalViewPr>
  <p:slideViewPr>
    <p:cSldViewPr snapToGrid="0">
      <p:cViewPr varScale="1">
        <p:scale>
          <a:sx n="84" d="100"/>
          <a:sy n="84" d="100"/>
        </p:scale>
        <p:origin x="17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717255"/>
          </a:xfrm>
          <a:prstGeom prst="rect">
            <a:avLst/>
          </a:prstGeom>
        </p:spPr>
        <p:txBody>
          <a:bodyPr vert="horz" lIns="138065" tIns="69033" rIns="138065" bIns="69033" rtlCol="0"/>
          <a:lstStyle>
            <a:lvl1pPr algn="r">
              <a:defRPr sz="1800"/>
            </a:lvl1pPr>
          </a:lstStyle>
          <a:p>
            <a:fld id="{FEDCE034-82A4-440B-B2A1-8F62DE5CE15F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1787525"/>
            <a:ext cx="8575675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065" tIns="69033" rIns="138065" bIns="6903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6632" y="6879679"/>
            <a:ext cx="7893050" cy="5628829"/>
          </a:xfrm>
          <a:prstGeom prst="rect">
            <a:avLst/>
          </a:prstGeom>
        </p:spPr>
        <p:txBody>
          <a:bodyPr vert="horz" lIns="138065" tIns="69033" rIns="138065" bIns="6903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l">
              <a:defRPr sz="18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8628" y="13578186"/>
            <a:ext cx="4275402" cy="717253"/>
          </a:xfrm>
          <a:prstGeom prst="rect">
            <a:avLst/>
          </a:prstGeom>
        </p:spPr>
        <p:txBody>
          <a:bodyPr vert="horz" lIns="138065" tIns="69033" rIns="138065" bIns="69033" rtlCol="0" anchor="b"/>
          <a:lstStyle>
            <a:lvl1pPr algn="r">
              <a:defRPr sz="1800"/>
            </a:lvl1pPr>
          </a:lstStyle>
          <a:p>
            <a:fld id="{4D592762-ECA6-4CC6-BD29-66D469D8D6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498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F1CD-AE37-7A6C-A079-2F17DE1C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DD384F-8836-6B17-2137-4978BBA5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D8A64F-34E5-9E1A-CE12-C3F0E476A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07FBD-623F-F2A0-F1CA-81006D4D8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60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C7621-D953-2D28-5AC0-C59374FD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A11B10-3340-EA9B-9D70-DB45E1CC9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1A812B-EBEB-FDE5-828D-9C1B56F2F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75B798-C240-BA37-924B-2ED965D1E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146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56843-91E3-F7AE-44BB-29B304DD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5AA085-7CB5-C13F-924A-7258CD2F5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457D54-E916-C16F-D190-47B126D46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1911A6-3B6C-E6CD-05A2-E9B9C686D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85824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5D191-AE88-6D09-2C3A-CC88313DA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97A655-5515-B0AB-FA05-9090506DB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F0014E-3E75-642C-6D35-D65C254E5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F4B756-052A-309E-B1BC-E30A272FE8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838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EE7F7-C0C8-E6B6-6891-C978071F3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6CBCBC-BB9D-0461-F8DF-68FB064DF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46113" y="1787525"/>
            <a:ext cx="8575675" cy="48244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248455-D088-8DDD-C722-129776DF6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1CF7CD-EF0D-EBF3-78BD-AF57AA9D5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6553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52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887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75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76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22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76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97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46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8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206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71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19FCC-5267-4D44-B01A-1BF283548DD7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D9809-8E61-46FB-856E-C51235257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81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2219-2A1D-963C-FFA3-A5A5B844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DE8E12D-3707-B323-BDF0-E42073EC8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452332"/>
              </p:ext>
            </p:extLst>
          </p:nvPr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/>
                        <a:t>단열재 보양 조치 철저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/>
                        <a:t>做好保温材料保护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/>
                        <a:t>Bảo quản kỹ vật liệu cách nhiệt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အပူကာပစ္စည်းများ သေချာစွာ ထိန်းသိမ်းရန်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FA814C68-B23D-FB5D-55EB-0BECB66D834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790E166-0AEE-4619-FFB0-5693F1381A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CF872F-F7FC-0A30-4969-D3673A910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6F65288-214B-0B19-B3E0-174E277482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pic>
        <p:nvPicPr>
          <p:cNvPr id="41" name="Picture 40" descr="tmp0yk3jz_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3504"/>
            <a:ext cx="6510528" cy="625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5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C2AE-3AA3-4D6E-23FD-1DB05BD4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D62D30E-1977-D3BE-6457-AF06D56FDBE0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9B09A87F-13D9-C690-7DCE-1F11E3B8362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EE0F1A88-6F26-B216-DE8F-5B06A0F85C5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484DFC2-3DAE-03FA-F185-5E6BC4262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395A9A4-0361-6121-6BC3-602270BCFE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2E4D5016-A59C-2B0B-0EB1-98376CC39C7D}"/>
              </a:ext>
            </a:extLst>
          </p:cNvPr>
          <p:cNvSpPr/>
          <p:nvPr/>
        </p:nvSpPr>
        <p:spPr>
          <a:xfrm>
            <a:off x="0" y="603504"/>
            <a:ext cx="6510528" cy="6254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318132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D990D-924E-CC08-70CE-E96848E1E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401E4D4-84C8-A4A4-27EA-ED3317DC2C1E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C6CBFEE4-105E-622B-29DB-E19136C62F9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769D149A-3586-73B3-4D46-9F43D482A2B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C1DE936-21F4-67E4-2B20-B5E44A361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72BF08C-E24F-B806-D8A0-DCC185D28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C43B2B40-9346-427E-98F2-D53928218A71}"/>
              </a:ext>
            </a:extLst>
          </p:cNvPr>
          <p:cNvSpPr/>
          <p:nvPr/>
        </p:nvSpPr>
        <p:spPr>
          <a:xfrm>
            <a:off x="0" y="603504"/>
            <a:ext cx="6510528" cy="6254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4054754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CAAF9-F2D0-186F-B9F9-3F3A44E3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0AF012B-7799-FD4A-26D6-8A357EB05D0F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50F81710-E751-8302-3956-1BC62F570DA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81CB9B20-19A9-0CEA-4DF0-83F56746A6E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6E60444-16CC-2DD2-D27A-65EBDCB8A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28AE450-D7B1-D0CF-2348-00793FE61D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AB97577E-B3D3-F4F4-6CF6-3D314D7C7A44}"/>
              </a:ext>
            </a:extLst>
          </p:cNvPr>
          <p:cNvSpPr/>
          <p:nvPr/>
        </p:nvSpPr>
        <p:spPr>
          <a:xfrm>
            <a:off x="0" y="603504"/>
            <a:ext cx="6510528" cy="6254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114431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79265-7A6C-B1B4-CD93-D39FFA2B9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DE89EB8-1123-7A87-B5D9-E43DC5C313B0}"/>
              </a:ext>
            </a:extLst>
          </p:cNvPr>
          <p:cNvGraphicFramePr>
            <a:graphicFrameLocks noGrp="1"/>
          </p:cNvGraphicFramePr>
          <p:nvPr/>
        </p:nvGraphicFramePr>
        <p:xfrm>
          <a:off x="0" y="-63316"/>
          <a:ext cx="11114069" cy="681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8945">
                  <a:extLst>
                    <a:ext uri="{9D8B030D-6E8A-4147-A177-3AD203B41FA5}">
                      <a16:colId xmlns:a16="http://schemas.microsoft.com/office/drawing/2014/main" val="1432983574"/>
                    </a:ext>
                  </a:extLst>
                </a:gridCol>
                <a:gridCol w="4575124">
                  <a:extLst>
                    <a:ext uri="{9D8B030D-6E8A-4147-A177-3AD203B41FA5}">
                      <a16:colId xmlns:a16="http://schemas.microsoft.com/office/drawing/2014/main" val="3008074637"/>
                    </a:ext>
                  </a:extLst>
                </a:gridCol>
              </a:tblGrid>
              <a:tr h="64155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700" b="1" kern="1200">
                          <a:solidFill>
                            <a:schemeClr val="bg1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사진대지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85425"/>
                  </a:ext>
                </a:extLst>
              </a:tr>
              <a:tr h="582007">
                <a:tc rowSpan="5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92882" marR="92882" marT="46441" marB="4644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설명</a:t>
                      </a:r>
                      <a:r>
                        <a:rPr lang="en-US" altLang="ko-KR" sz="3300" b="1" kern="120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prstClr val="black"/>
                          </a:solidFill>
                          <a:latin typeface="현대하모니 L"/>
                          <a:ea typeface="현대하모니 L" panose="02020603020101020101" pitchFamily="18" charset="-127"/>
                          <a:cs typeface="+mn-cs"/>
                        </a:rPr>
                        <a:t>/</a:t>
                      </a:r>
                      <a:r>
                        <a:rPr lang="ko-KR" altLang="en-US" sz="33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说明</a:t>
                      </a:r>
                      <a:endParaRPr lang="en-US" altLang="ko-KR" sz="3300" b="1" kern="120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prstClr val="black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52640"/>
                  </a:ext>
                </a:extLst>
              </a:tr>
              <a:tr h="1146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전선거치 조치, 감전 및 화재위험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895530"/>
                  </a:ext>
                </a:extLst>
              </a:tr>
              <a:tr h="15571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电线架空管理，防触电及火灾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360056"/>
                  </a:ext>
                </a:extLst>
              </a:tr>
              <a:tr h="1341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Treo dây điện, nguy cơ điện giật và hỏa hoạn</a:t>
                      </a:r>
                    </a:p>
                  </a:txBody>
                  <a:tcPr marL="92882" marR="92882" marT="46441" marB="46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126919"/>
                  </a:ext>
                </a:extLst>
              </a:tr>
              <a:tr h="15155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ဝါယာကြိုးများချိတ်ဆွဲရန်၊ ဓာတ်လိုက်မှုနှင့် မီးဘေးအန္တရာယ်</a:t>
                      </a:r>
                    </a:p>
                  </a:txBody>
                  <a:tcPr marL="88479" marR="88479" marT="44240" marB="442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484610"/>
                  </a:ext>
                </a:extLst>
              </a:tr>
            </a:tbl>
          </a:graphicData>
        </a:graphic>
      </p:graphicFrame>
      <p:pic>
        <p:nvPicPr>
          <p:cNvPr id="36" name="그림 35">
            <a:extLst>
              <a:ext uri="{FF2B5EF4-FFF2-40B4-BE49-F238E27FC236}">
                <a16:creationId xmlns:a16="http://schemas.microsoft.com/office/drawing/2014/main" id="{C2BC0956-6722-046A-8E30-05DE9ECBE6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1446210"/>
            <a:ext cx="993874" cy="6639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CD7010A-0E3E-650A-DD0C-D3788CB264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98128" y="2793791"/>
            <a:ext cx="993874" cy="663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91D55D9-0AD7-66B3-C97E-19FCBFBE0F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8128" y="5869574"/>
            <a:ext cx="993874" cy="6634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5231BFC-7F4B-9CBD-C971-DE411F040F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8128" y="4522551"/>
            <a:ext cx="993874" cy="663435"/>
          </a:xfrm>
          <a:prstGeom prst="rect">
            <a:avLst/>
          </a:prstGeom>
        </p:spPr>
      </p:pic>
      <p:sp>
        <p:nvSpPr>
          <p:cNvPr id="2" name="PHOTO_BOX">
            <a:extLst>
              <a:ext uri="{FF2B5EF4-FFF2-40B4-BE49-F238E27FC236}">
                <a16:creationId xmlns:a16="http://schemas.microsoft.com/office/drawing/2014/main" id="{6D3F0CE2-DA03-36AA-FEE2-6373F3D7B8CD}"/>
              </a:ext>
            </a:extLst>
          </p:cNvPr>
          <p:cNvSpPr/>
          <p:nvPr/>
        </p:nvSpPr>
        <p:spPr>
          <a:xfrm>
            <a:off x="0" y="603504"/>
            <a:ext cx="6510528" cy="62544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dirty="0"/>
              <a:t>PHOTO_BOX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639474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B6D7EA30A37148B2A67329C4059AAF" ma:contentTypeVersion="14" ma:contentTypeDescription="Create a new document." ma:contentTypeScope="" ma:versionID="6e60e303ae605156cc1e49bda12eae63">
  <xsd:schema xmlns:xsd="http://www.w3.org/2001/XMLSchema" xmlns:xs="http://www.w3.org/2001/XMLSchema" xmlns:p="http://schemas.microsoft.com/office/2006/metadata/properties" xmlns:ns2="552e0757-ace6-46d3-a9a0-fef629e06688" xmlns:ns3="14e95305-4dae-4d1b-ba82-6fbec92cd780" targetNamespace="http://schemas.microsoft.com/office/2006/metadata/properties" ma:root="true" ma:fieldsID="9c1296cb7282419be5e795e48922d2f0" ns2:_="" ns3:_="">
    <xsd:import namespace="552e0757-ace6-46d3-a9a0-fef629e06688"/>
    <xsd:import namespace="14e95305-4dae-4d1b-ba82-6fbec92cd7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e0757-ace6-46d3-a9a0-fef629e066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1fb70b6-d210-4b74-85ba-b603f93f2d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e95305-4dae-4d1b-ba82-6fbec92cd78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741912a-d643-44f6-959c-146f37d56d98}" ma:internalName="TaxCatchAll" ma:showField="CatchAllData" ma:web="14e95305-4dae-4d1b-ba82-6fbec92cd7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2e0757-ace6-46d3-a9a0-fef629e06688">
      <Terms xmlns="http://schemas.microsoft.com/office/infopath/2007/PartnerControls"/>
    </lcf76f155ced4ddcb4097134ff3c332f>
    <TaxCatchAll xmlns="14e95305-4dae-4d1b-ba82-6fbec92cd780" xsi:nil="true"/>
  </documentManagement>
</p:properties>
</file>

<file path=customXml/itemProps1.xml><?xml version="1.0" encoding="utf-8"?>
<ds:datastoreItem xmlns:ds="http://schemas.openxmlformats.org/officeDocument/2006/customXml" ds:itemID="{3CBED44C-22C4-4FBF-86DF-A265F9A98E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2e0757-ace6-46d3-a9a0-fef629e06688"/>
    <ds:schemaRef ds:uri="14e95305-4dae-4d1b-ba82-6fbec92cd7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BA21F2-B51B-40F5-A150-A9F201C2F2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77CBB7-B714-4F85-AD50-F0BBEF76B952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14e95305-4dae-4d1b-ba82-6fbec92cd780"/>
    <ds:schemaRef ds:uri="552e0757-ace6-46d3-a9a0-fef629e06688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11ee6e5-21a0-48c4-8af4-6cc1347f763e}" enabled="1" method="Privileged" siteId="{a27ddcc1-bea5-4183-aa29-fd96d7612a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678</TotalTime>
  <Words>345</Words>
  <Application>Microsoft Office PowerPoint</Application>
  <PresentationFormat>와이드스크린</PresentationFormat>
  <Paragraphs>40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맑은 고딕</vt:lpstr>
      <vt:lpstr>현대하모니 L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정도현(JUNG DO HYUN) 매니저</dc:creator>
  <cp:lastModifiedBy>정도현(JUNG DO HYUN) 매니저</cp:lastModifiedBy>
  <cp:revision>128</cp:revision>
  <cp:lastPrinted>2026-01-15T21:29:25Z</cp:lastPrinted>
  <dcterms:created xsi:type="dcterms:W3CDTF">2025-12-10T21:27:34Z</dcterms:created>
  <dcterms:modified xsi:type="dcterms:W3CDTF">2026-03-14T08:10:36Z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Text">
    <vt:lpwstr>대외비(Restricted)</vt:lpwstr>
  </property>
  <property fmtid="{D5CDD505-2E9C-101B-9397-08002B2CF9AE}" pid="3" name="ContentTypeId">
    <vt:lpwstr>0x01010003B6D7EA30A37148B2A67329C4059AAF</vt:lpwstr>
  </property>
  <property fmtid="{D5CDD505-2E9C-101B-9397-08002B2CF9AE}" pid="4" name="MediaServiceImageTags">
    <vt:lpwstr/>
  </property>
</Properties>
</file>