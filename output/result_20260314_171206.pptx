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0"/>
  </p:notesMasterIdLst>
  <p:sldIdLst>
    <p:sldId id="2147480629" r:id="rId5"/>
    <p:sldId id="2147480630" r:id="rId6"/>
    <p:sldId id="2147480631" r:id="rId7"/>
    <p:sldId id="2147480632" r:id="rId8"/>
    <p:sldId id="2147480633" r:id="rId9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621-D953-2D28-5AC0-C59374F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11B10-3340-EA9B-9D70-DB45E1CC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1A812B-EBEB-FDE5-828D-9C1B56F2F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5B798-C240-BA37-924B-2ED965D1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14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6843-91E3-F7AE-44BB-29B304D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5AA085-7CB5-C13F-924A-7258CD2F5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57D54-E916-C16F-D190-47B126D4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911A6-3B6C-E6CD-05A2-E9B9C686D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8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D191-AE88-6D09-2C3A-CC88313D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7A655-5515-B0AB-FA05-9090506D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0014E-3E75-642C-6D35-D65C254E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4B756-052A-309E-B1BC-E30A272FE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3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E7F7-C0C8-E6B6-6891-C978071F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CBCBC-BB9D-0461-F8DF-68FB064DF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248455-D088-8DDD-C722-129776DF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CF7CD-EF0D-EBF3-78BD-AF57AA9D5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553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/>
                        <a:t>전선 거치 조치 철저, 감전 및 화재 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规范布线，严防触电火灾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Treo dây điện gọn gàng, phòng tránh điện giật/cháy nổ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ကြိုးများစနစ်တကျချိတ်ဆွဲရန်၊ ဓာတ်လိုက်/မီးဘေးသတိ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2c7twh6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3504"/>
            <a:ext cx="6510528" cy="62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2AE-3AA3-4D6E-23FD-1DB05BD4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D62D30E-1977-D3BE-6457-AF06D56FDBE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9B09A87F-13D9-C690-7DCE-1F11E3B836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E0F1A88-6F26-B216-DE8F-5B06A0F85C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484DFC2-3DAE-03FA-F185-5E6BC426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95A9A4-0361-6121-6BC3-602270BCF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2E4D5016-A59C-2B0B-0EB1-98376CC39C7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1813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990D-924E-CC08-70CE-E96848E1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01E4D4-84C8-A4A4-27EA-ED3317DC2C1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6CBFEE4-105E-622B-29DB-E19136C62F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69D149A-3586-73B3-4D46-9F43D482A2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1DE936-21F4-67E4-2B20-B5E44A361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2BF08C-E24F-B806-D8A0-DCC185D28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C43B2B40-9346-427E-98F2-D53928218A71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5475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AAF9-F2D0-186F-B9F9-3F3A44E3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AF012B-7799-FD4A-26D6-8A357EB05D0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F81710-E751-8302-3956-1BC62F570D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1CB9B20-19A9-0CEA-4DF0-83F56746A6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E60444-16CC-2DD2-D27A-65EBDCB8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8AE450-D7B1-D0CF-2348-00793FE6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B97577E-B3D3-F4F4-6CF6-3D314D7C7A44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1443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9265-7A6C-B1B4-CD93-D39FFA2B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E89EB8-1123-7A87-B5D9-E43DC5C313B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2BC0956-6722-046A-8E30-05DE9ECBE6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CD7010A-0E3E-650A-DD0C-D3788CB264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1D55D9-0AD7-66B3-C97E-19FCBFBE0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231BFC-7F4B-9CBD-C971-DE411F040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6D3F0CE2-DA03-36AA-FEE2-6373F3D7B8C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3947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678</TotalTime>
  <Words>345</Words>
  <Application>Microsoft Office PowerPoint</Application>
  <PresentationFormat>와이드스크린</PresentationFormat>
  <Paragraphs>40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128</cp:revision>
  <cp:lastPrinted>2026-01-15T21:29:25Z</cp:lastPrinted>
  <dcterms:created xsi:type="dcterms:W3CDTF">2025-12-10T21:27:34Z</dcterms:created>
  <dcterms:modified xsi:type="dcterms:W3CDTF">2026-03-14T08:10:36Z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