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8"/>
  </p:notesMasterIdLst>
  <p:sldIdLst>
    <p:sldId id="2147480629" r:id="rId5"/>
    <p:sldId id="2147480630" r:id="rId6"/>
    <p:sldId id="2147480631" r:id="rId7"/>
  </p:sldIdLst>
  <p:sldSz cx="12192000" cy="6858000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FD93F-B73D-49D7-9F76-EF935300C17C}" v="5" dt="2026-03-04T21:24:59.710"/>
    <p1510:client id="{E328329E-10D9-4D03-B69C-00C977E782CF}" v="129" dt="2026-03-04T08:20:3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/>
            </a:lvl1pPr>
          </a:lstStyle>
          <a:p>
            <a:fld id="{FEDCE034-82A4-440B-B2A1-8F62DE5CE15F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/>
            </a:lvl1pPr>
          </a:lstStyle>
          <a:p>
            <a:fld id="{4D592762-ECA6-4CC6-BD29-66D469D8D6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60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357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184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7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97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20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71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1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52332"/>
              </p:ext>
            </p:extLst>
          </p:nvPr>
        </p:nvGraphicFramePr>
        <p:xfrm>
          <a:off x="0" y="-63316"/>
          <a:ext cx="11114069" cy="69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pic>
        <p:nvPicPr>
          <p:cNvPr id="41" name="Picture 40" descr="tmpqqco3f_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04241" y="601166"/>
            <a:ext cx="8342445" cy="625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9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지하주차장 전선 거상조치 철저</a:t>
                      </a:r>
                      <a:endParaRPr lang="en-US" altLang="ko-KR" sz="3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5000" dirty="0"/>
                        <a:t>必须彻底采取电线抬高措施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/>
                        <a:t>Thực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hiện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nghiêm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túc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biện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pháp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nâng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dây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điện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lên</a:t>
                      </a:r>
                      <a:endParaRPr lang="en-US" altLang="ko-KR" sz="28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y-MM" altLang="ko-KR" sz="2400" dirty="0"/>
                        <a:t>လျှပ်စစ်ကြိုးကို မြှင့်တင်ထားရန် လုပ်ဆောင်ချက်ကို သေချာဆောင်ရွက်ပါ</a:t>
                      </a:r>
                      <a:endParaRPr lang="my-MM" altLang="ko-KR" sz="307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7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9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지하주차장 전선 거상조치 철저</a:t>
                      </a:r>
                      <a:endParaRPr lang="en-US" altLang="ko-KR" sz="3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5000" dirty="0"/>
                        <a:t>必须彻底采取电线抬高措施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/>
                        <a:t>Thực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hiện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nghiêm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túc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biện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pháp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nâng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dây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điện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lên</a:t>
                      </a:r>
                      <a:endParaRPr lang="en-US" altLang="ko-KR" sz="28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y-MM" altLang="ko-KR" sz="2400" dirty="0"/>
                        <a:t>လျှပ်စစ်ကြိုးကို မြှင့်တင်ထားရန် လုပ်ဆောင်ချက်ကို သေချာဆောင်ရွက်ပါ</a:t>
                      </a:r>
                      <a:endParaRPr lang="my-MM" altLang="ko-KR" sz="307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78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6D7EA30A37148B2A67329C4059AAF" ma:contentTypeVersion="14" ma:contentTypeDescription="Create a new document." ma:contentTypeScope="" ma:versionID="6e60e303ae605156cc1e49bda12eae63">
  <xsd:schema xmlns:xsd="http://www.w3.org/2001/XMLSchema" xmlns:xs="http://www.w3.org/2001/XMLSchema" xmlns:p="http://schemas.microsoft.com/office/2006/metadata/properties" xmlns:ns2="552e0757-ace6-46d3-a9a0-fef629e06688" xmlns:ns3="14e95305-4dae-4d1b-ba82-6fbec92cd780" targetNamespace="http://schemas.microsoft.com/office/2006/metadata/properties" ma:root="true" ma:fieldsID="9c1296cb7282419be5e795e48922d2f0" ns2:_="" ns3:_="">
    <xsd:import namespace="552e0757-ace6-46d3-a9a0-fef629e06688"/>
    <xsd:import namespace="14e95305-4dae-4d1b-ba82-6fbec92cd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e0757-ace6-46d3-a9a0-fef629e06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95305-4dae-4d1b-ba82-6fbec92cd7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41912a-d643-44f6-959c-146f37d56d98}" ma:internalName="TaxCatchAll" ma:showField="CatchAllData" ma:web="14e95305-4dae-4d1b-ba82-6fbec92cd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2e0757-ace6-46d3-a9a0-fef629e06688">
      <Terms xmlns="http://schemas.microsoft.com/office/infopath/2007/PartnerControls"/>
    </lcf76f155ced4ddcb4097134ff3c332f>
    <TaxCatchAll xmlns="14e95305-4dae-4d1b-ba82-6fbec92cd780" xsi:nil="true"/>
  </documentManagement>
</p:properties>
</file>

<file path=customXml/itemProps1.xml><?xml version="1.0" encoding="utf-8"?>
<ds:datastoreItem xmlns:ds="http://schemas.openxmlformats.org/officeDocument/2006/customXml" ds:itemID="{3CBED44C-22C4-4FBF-86DF-A265F9A98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e0757-ace6-46d3-a9a0-fef629e06688"/>
    <ds:schemaRef ds:uri="14e95305-4dae-4d1b-ba82-6fbec92cd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BA21F2-B51B-40F5-A150-A9F201C2F2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77CBB7-B714-4F85-AD50-F0BBEF76B95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4e95305-4dae-4d1b-ba82-6fbec92cd780"/>
    <ds:schemaRef ds:uri="552e0757-ace6-46d3-a9a0-fef629e06688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676</TotalTime>
  <Words>237</Words>
  <Application>Microsoft Office PowerPoint</Application>
  <PresentationFormat>와이드스크린</PresentationFormat>
  <Paragraphs>21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현대하모니 L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123</cp:revision>
  <cp:lastPrinted>2026-01-15T21:29:25Z</cp:lastPrinted>
  <dcterms:created xsi:type="dcterms:W3CDTF">2025-12-10T21:27:34Z</dcterms:created>
  <dcterms:modified xsi:type="dcterms:W3CDTF">2026-03-13T21:26:28Z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  <property fmtid="{D5CDD505-2E9C-101B-9397-08002B2CF9AE}" pid="3" name="ContentTypeId">
    <vt:lpwstr>0x01010003B6D7EA30A37148B2A67329C4059AAF</vt:lpwstr>
  </property>
  <property fmtid="{D5CDD505-2E9C-101B-9397-08002B2CF9AE}" pid="4" name="MediaServiceImageTags">
    <vt:lpwstr/>
  </property>
</Properties>
</file>